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6B6B"/>
                </a:solidFill>
              </a:defRPr>
            </a:pPr>
            <a:r>
              <a:t>📚 阅读理解第一课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4ECDC4"/>
                </a:solidFill>
              </a:defRPr>
            </a:pPr>
            <a:r>
              <a:t>🌟 我是小小阅读家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2133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📚 ✨ 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今天我们要学习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👀 学会看图片 —— 仔细观察图画中的内容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👂 学会听故事 —— 认真听老师讲故事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🗣️ 学会讲故事 —— 用自己的话讲出故事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✏️ 学会做练习 —— 回答简单的问题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📕 第一步：认识封面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📖 看书的时候，先从封面开始看！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🔍 封面上有什么？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📌 书名（这本书叫什么名字）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🎨 图画（画了什么内容）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✍️ 作者（谁写了这本书）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0" cy="91440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👀 第二步：看图说话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🖼️ 看图有方法！记住这个顺序：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👉 从左到右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⬇️ 从上到下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🤔 看图时想一想：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❓ 图上有什么？（人物、动物、景物）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❓ 他们在做什么？（动作、表情）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❓ 你觉得会发生什么？（想象）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📚 第三步：听故事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👂 认真听故事，记住这5个W：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👤 Who  谁 —— 故事的主角是谁？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📍 Where 哪里 —— 故事发生在哪里？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⏰ When  什么时候 —— 故事发生在什么时间？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❓ What  什么 —— 故事里发生了什么事？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✅ How   怎么样 —— 故事的结局是什么？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0" cy="9144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📝 第四步：回答问题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✏️ 做阅读理解练习的步骤：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1️⃣ 先看问题 —— 知道要问什么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2️⃣ 回书中找 —— 带着问题看书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3️⃣ 圈出答案 —— 找到关键词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4️⃣ 完整回答 —— 写清楚、写完整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💡 小秘诀：答案往往在书里，仔细找！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🌈 第五步：分享故事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🗣️ 把故事讲给小伙伴听：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🎯 开头这样说：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   "今天我要讲一个关于...的故事"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📖 中间讲清楚：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   "故事里发生了...（事情经过）"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💡 结尾谈感受：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   "这个故事让我知道了...（道理/感受）"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0" cy="914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⭐ 阅读小技巧总结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📚 记住这些阅读小法宝：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🔍 看封面，找信息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👀 看图画，有顺序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👂 听故事，抓重点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✏️ 做练习，找答案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    🗣️ 讲故事，表清楚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🌟 每天读一点，你会越来越棒！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6B6B"/>
                </a:solidFill>
              </a:defRPr>
            </a:pPr>
            <a:r>
              <a:t>🎉 你真棒！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4ECDC4"/>
                </a:solidFill>
              </a:defRPr>
            </a:pPr>
            <a:r>
              <a:t>继续加油，成为最棒的小小阅读家！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754880"/>
            <a:ext cx="3047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/>
            </a:pPr>
            <a:r>
              <a:t>🌟 📚 🏆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